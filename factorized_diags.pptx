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61" r:id="rId4"/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87"/>
    <p:restoredTop sz="94658"/>
  </p:normalViewPr>
  <p:slideViewPr>
    <p:cSldViewPr snapToGrid="0">
      <p:cViewPr>
        <p:scale>
          <a:sx n="91" d="100"/>
          <a:sy n="91" d="100"/>
        </p:scale>
        <p:origin x="14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6AD4-C1D1-8469-49D4-A838F56AC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529DF-8AC3-8523-F920-033EAF013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B9873-495A-B64B-369E-A157C685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6AAED-3110-6E4D-827F-D98666B3BDF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BA422-98F9-C701-3CBC-0DFFA230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5522E-EB88-A842-7E57-12D9E9D4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17E5-EF5C-8C45-9EB6-6C2D823D5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75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B23C-E894-2E29-4F64-5260CE74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39E19-7AA0-333D-D833-C11FDA506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5AF10-A39B-4501-C280-0E16E9C68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6AAED-3110-6E4D-827F-D98666B3BDF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56EC6-603A-EE20-6B41-6D4D0068C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271DC-BD3D-0318-9526-4C0B60884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17E5-EF5C-8C45-9EB6-6C2D823D5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07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8646-4FEC-B5B6-386E-70538B04F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4EDA1-18EE-1A33-C8F9-9B9D0881E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751FA-3C4C-3322-FAF1-40B86F8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6AAED-3110-6E4D-827F-D98666B3BDF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FDA87-B72F-7C94-F7E6-6BBD5D87B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46CEA-7861-CB1F-30EC-A4EBBB27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17E5-EF5C-8C45-9EB6-6C2D823D5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00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A639-99AF-4BAA-1B12-7AFFC1824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81C6-F0CE-958E-990F-82210E74A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62769-5E90-D097-911A-84A7D22D6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E0601-4237-BA4B-6B4A-D37DC764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6AAED-3110-6E4D-827F-D98666B3BDF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1CC83-37B6-72C9-1E8E-FFF360A1B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6C5AB-3EBF-A62F-42BB-7D0EF7F17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17E5-EF5C-8C45-9EB6-6C2D823D5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8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3223-C857-E492-7378-337277B2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AB761-24FB-7A96-F602-8BEDDCFDC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2B16B-17CF-F43F-B913-D87EE3749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079DF-DFF9-612D-2753-449C7FF1D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5FC230-13D2-0076-4B86-0AC3C1882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3F53DA-F25D-23D3-D47E-6CE4570C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6AAED-3110-6E4D-827F-D98666B3BDF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9808D-7D89-278C-0EDF-88DB8150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FD03C-8CF0-425E-731E-097777CE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17E5-EF5C-8C45-9EB6-6C2D823D5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75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E47E-E624-4C33-9861-A8565E10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460860-D01A-91E6-CC29-3A2DBCD4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6AAED-3110-6E4D-827F-D98666B3BDF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A0B07-AE49-796F-2937-9EDD413AC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EF9EC-3941-A48E-3293-16E3A3DA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17E5-EF5C-8C45-9EB6-6C2D823D5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24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2B5EF-55D8-AE00-A99E-6251AAE2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6AAED-3110-6E4D-827F-D98666B3BDF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D482F-DA61-DDF2-96BD-F75BF0C0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516C9-A1B7-9D6C-1C4E-040C9876C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17E5-EF5C-8C45-9EB6-6C2D823D5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91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51B1E-E09B-05B5-3700-19437870B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F8E1C-7FA1-CCA5-617A-47DEE016C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5C9A9-F1DB-4859-EEA5-6453033F6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ACBE9-548E-212B-3A8F-F5FB6A22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6AAED-3110-6E4D-827F-D98666B3BDF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84996-F28C-74E1-AC8B-A1DF798E9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7DA9C-C150-16BE-6E04-B8443AE6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17E5-EF5C-8C45-9EB6-6C2D823D5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3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2006-823B-CDDA-4673-B6E232301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0DF700-D5F9-F465-E668-E07DC96DDE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4200D-C2B4-68DD-AD88-D0319FF87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2A23B-E53C-F80E-01ED-8ECC273B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6AAED-3110-6E4D-827F-D98666B3BDF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DB09E-5C8D-4649-219C-61E4DB1F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5D3C2-6279-4B66-2191-D0F7F5AE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17E5-EF5C-8C45-9EB6-6C2D823D5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4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21F0-12F1-D81E-0A28-08899DB7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F8E1F-643A-316A-AA96-66576095C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787D2-41BE-E79E-B3C2-031DE4AA6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6AAED-3110-6E4D-827F-D98666B3BDF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71B80-9DA0-AC3E-4495-344068D5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417B1-35E0-CAB2-D7F2-D0C33C03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17E5-EF5C-8C45-9EB6-6C2D823D5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79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F86BFA-B3DB-D64D-A3A1-453BBA694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ACA54-4EC4-4E7D-6DE0-3D76E8FAA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A216E-D1DD-C099-DC48-6F86F7D05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6AAED-3110-6E4D-827F-D98666B3BDF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5FFE5-6658-41CE-AB06-77764BCF7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07C85-C373-2E4E-1543-3C583E6E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17E5-EF5C-8C45-9EB6-6C2D823D5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57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455F5A-C4B5-87F8-3C0C-990455638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FCCA-93D6-F514-7C36-041C36AE1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2D337-81E2-506A-23D0-5539B2732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6AAED-3110-6E4D-827F-D98666B3BDF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8C9EB-98A7-E7E4-119C-AC850341B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536AB-6519-3966-3AA6-2E0CB6675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717E5-EF5C-8C45-9EB6-6C2D823D5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3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ADC1B5-8936-D50F-00E4-986C13E4C3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59" t="8813" r="19741" b="40353"/>
          <a:stretch>
            <a:fillRect/>
          </a:stretch>
        </p:blipFill>
        <p:spPr>
          <a:xfrm>
            <a:off x="681924" y="557920"/>
            <a:ext cx="5156602" cy="5742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1E2CA5-0017-C029-B63A-7751D354D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971" y="0"/>
            <a:ext cx="5297365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D8C3F6-E206-4B51-0877-6B240C9C32AC}"/>
              </a:ext>
            </a:extLst>
          </p:cNvPr>
          <p:cNvSpPr txBox="1"/>
          <p:nvPr/>
        </p:nvSpPr>
        <p:spPr>
          <a:xfrm>
            <a:off x="309966" y="15498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223_231</a:t>
            </a:r>
          </a:p>
        </p:txBody>
      </p: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58331A2C-0A15-7AF2-3B63-D4DF20872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1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0724B-41AB-B117-E8C3-3158B2436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CCDB33-4E6F-0BB6-D789-8710E360C334}"/>
              </a:ext>
            </a:extLst>
          </p:cNvPr>
          <p:cNvSpPr txBox="1"/>
          <p:nvPr/>
        </p:nvSpPr>
        <p:spPr>
          <a:xfrm>
            <a:off x="309966" y="15498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223_232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ECE708-16E2-07DA-0DB3-71E160985B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37" t="7645" r="8852" b="12316"/>
          <a:stretch>
            <a:fillRect/>
          </a:stretch>
        </p:blipFill>
        <p:spPr>
          <a:xfrm>
            <a:off x="6931823" y="684486"/>
            <a:ext cx="3843580" cy="54890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D09C38-E20B-2C4C-1EE3-642D3F9E9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66" y="829992"/>
            <a:ext cx="5400208" cy="26468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4172B5-E543-A3F6-48F7-A2D15E100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94" y="3533103"/>
            <a:ext cx="4763170" cy="3096350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5EB1D51B-7FF4-79D9-BB8A-80939C341C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7844" y="896814"/>
            <a:ext cx="914400" cy="91440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F7F98D-5163-8153-3B5D-588794D46C8D}"/>
              </a:ext>
            </a:extLst>
          </p:cNvPr>
          <p:cNvSpPr/>
          <p:nvPr/>
        </p:nvSpPr>
        <p:spPr>
          <a:xfrm>
            <a:off x="7084223" y="684486"/>
            <a:ext cx="3547560" cy="1126728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301B3D4-BF2B-6443-1450-0C08F96CE282}"/>
              </a:ext>
            </a:extLst>
          </p:cNvPr>
          <p:cNvSpPr/>
          <p:nvPr/>
        </p:nvSpPr>
        <p:spPr>
          <a:xfrm>
            <a:off x="729175" y="836886"/>
            <a:ext cx="4881489" cy="1468925"/>
          </a:xfrm>
          <a:prstGeom prst="round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A3CEFB-6179-4954-911A-F4095BF8BC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407" y="4356533"/>
            <a:ext cx="1731184" cy="212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5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EF95D-38E0-A38A-892F-0C145CC8D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BE196B2-6DEE-71AC-4E78-45FB09CC4419}"/>
              </a:ext>
            </a:extLst>
          </p:cNvPr>
          <p:cNvSpPr txBox="1"/>
          <p:nvPr/>
        </p:nvSpPr>
        <p:spPr>
          <a:xfrm>
            <a:off x="309966" y="15498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223_232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1CA02-A05C-EFDF-7BD2-F09CCFF54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66" y="773723"/>
            <a:ext cx="5498445" cy="55939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416C9D-3ACD-AB95-631E-471CE8765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411" y="0"/>
            <a:ext cx="5854700" cy="266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F15AC6-CE96-3DD7-7280-CDAE00534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835" y="3113380"/>
            <a:ext cx="5184777" cy="325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1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7685C8-D2D4-37A8-93DE-0F1714005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80" y="587395"/>
            <a:ext cx="4046986" cy="18389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DEBA4C-3B68-7C53-1D72-7935C6495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122" y="462943"/>
            <a:ext cx="4046986" cy="20878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491185-438E-89AA-EF2F-29ED0AA54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646" y="3596451"/>
            <a:ext cx="5045439" cy="2337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258DBE-C9BE-CFA6-744F-4A155B902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61" y="3596451"/>
            <a:ext cx="4934161" cy="245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80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64363A-8651-67A1-D8A6-F0F710022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79" y="746949"/>
            <a:ext cx="6091585" cy="5364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642112-5CFC-671D-14CA-337EC52C5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564" y="869430"/>
            <a:ext cx="5609043" cy="559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82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67DE7-EBBF-631A-4C26-479976A96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22" y="149900"/>
            <a:ext cx="4781170" cy="4347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19D8A7-C264-ABDC-D2F0-CEACFCB3E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22" y="4391804"/>
            <a:ext cx="4409178" cy="13794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DC1FFD-26D4-8861-743B-4392D30BF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814" y="149900"/>
            <a:ext cx="4467413" cy="2156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F28257-CCE7-ABC7-B176-212910710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9049" y="2366669"/>
            <a:ext cx="4467413" cy="32722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5E8638-ED8F-F4A3-3A07-839C322D0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8902" y="6209829"/>
            <a:ext cx="3078810" cy="6481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4D730D-2F2A-D226-8050-29C135D0EC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412" y="5638925"/>
            <a:ext cx="4287499" cy="119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62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3</Words>
  <Application>Microsoft Macintosh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Zhonghao Sun</dc:creator>
  <cp:lastModifiedBy>Zhonghao Sun</cp:lastModifiedBy>
  <cp:revision>2</cp:revision>
  <cp:lastPrinted>2026-06-10T17:42:24Z</cp:lastPrinted>
  <dcterms:created xsi:type="dcterms:W3CDTF">2026-06-10T17:35:54Z</dcterms:created>
  <dcterms:modified xsi:type="dcterms:W3CDTF">2026-06-12T14:28:51Z</dcterms:modified>
</cp:coreProperties>
</file>