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5D50"/>
                </a:solidFill>
                <a:latin typeface="Calibri"/>
              </a:rPr>
              <a:t>ethS TTS · Factorized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TTS diagram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Calibri"/>
              </a:rPr>
              <a:t>What is done, what still gates to Path A / TTS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ethS TTS · Factorized continuous  ·  1/3  ·  Jul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F5D50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Diagrams validated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B4A"/>
                </a:solidFill>
                <a:latin typeface="Calibri"/>
              </a:rPr>
              <a:t>λ=0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Default = Factorized DGEMM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6420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6B4A"/>
                </a:solidFill>
                <a:latin typeface="Calibri"/>
              </a:rPr>
              <a:t>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Path B live (λ≠0)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55448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64208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A5A0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0574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IVb/c Path B remaining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5D50"/>
                </a:solidFill>
                <a:latin typeface="Calibri"/>
              </a:rPr>
              <a:t>One-body f (231)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5D50"/>
                </a:solidFill>
                <a:latin typeface="Calibri"/>
              </a:rPr>
              <a:t>Two-body Gamma (232)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2971800"/>
          <a:ext cx="110642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017520"/>
                <a:gridCol w="2926080"/>
              </a:tblGrid>
              <a:tr h="350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chi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λ=0 default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λ≠0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 / fII / fIIIb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scalar/tensor 1b-2b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fIIIa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chi^gamma scalar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Pandya→DGEMM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AMC W1/W2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434840"/>
          <a:ext cx="110642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017520"/>
                <a:gridCol w="2926080"/>
              </a:tblGrid>
              <a:tr h="2971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Diagram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chi rank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λ=0 default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λ≠0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GI / GII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OK (II: Omega λ=0)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GIIIa / GIIIc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scalar chi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Fact DGEMM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Path A = TTS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GIIIb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scalar chi^eta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Fact RC→DGEMM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GIVa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tensor chi^kappa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CHI_VI DGEMM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Path B rectangular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GIVb / GIVc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tensor 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CHI_V / CHI_VII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Path A (Path B todo)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5D50"/>
                </a:solidFill>
                <a:latin typeface="Calibri"/>
              </a:rPr>
              <a:t>ethS TTS · Factorized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Oracle &amp; production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Calibri"/>
              </a:rPr>
              <a:t>Ranks, Path A vs Path B, dual-oracle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ethS TTS · Factorized continuous  ·  2/3  ·  Jul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" cy="155448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T × T → scalar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chi from Omega×Omega is always λ=0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Never build rank-λ from two tensors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00200"/>
            <a:ext cx="73152" cy="155448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T × S → tensor chi (rank 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IV: Omega×Gamma → chi^kappa / iota / lambda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Then ladder chi×Omega → scalar 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55448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S × S → scalar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5740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Same topology as scalar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FactorizedDoubleCommutator.cc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5D50"/>
                </a:solidFill>
                <a:latin typeface="Calibri"/>
              </a:rPr>
              <a:t>Three production paths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657600"/>
          <a:ext cx="110642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3108960"/>
                <a:gridCol w="2194560"/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Speed / truth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Factorized DGEMM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Scalar topology + BLAS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λ=0 default (all III/IV)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Fast · may ≠ 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Path A (chi strips)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Dense TTS tables → ladder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IIIa/c &amp; IVb/c at λ≠0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Matches TTS · slower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Path B (rect. Pandya)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NineJ Omega-bar → DGEMM →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IVa λ≠0 done; b/c 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Fact-continuous · ≠ TTS 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548640" y="5349240"/>
            <a:ext cx="11064240" cy="822960"/>
          </a:xfrm>
          <a:prstGeom prst="roundRect">
            <a:avLst/>
          </a:prstGeom>
          <a:solidFill>
            <a:srgbClr val="F5EED8"/>
          </a:solidFill>
          <a:ln>
            <a:solidFill>
              <a:srgbClr val="E0D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A5A00"/>
                </a:solidFill>
                <a:latin typeface="Calibri"/>
              </a:rPr>
              <a:t>Dual oracle: </a:t>
            </a:r>
            <a:r>
              <a:rPr sz="1300" b="0">
                <a:solidFill>
                  <a:srgbClr val="1A1A1A"/>
                </a:solidFill>
                <a:latin typeface="Calibri"/>
              </a:rPr>
              <a:t>default may ≠ TTS at λ=0 (Factorized-aligned). Force TTS with SetUse_Type*_slow(True). Do not bend DGEMM prefs to force TTS equality. IVa Path B in-tree; IVb/c still Path 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5D50"/>
                </a:solidFill>
                <a:latin typeface="Calibri"/>
              </a:rPr>
              <a:t>ethS TTS · Factorized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1A"/>
                </a:solidFill>
                <a:latin typeface="Calibri"/>
              </a:rPr>
              <a:t>Challenge vs scalar Factorized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C5C5C"/>
                </a:solidFill>
                <a:latin typeface="Calibri"/>
              </a:rPr>
              <a:t>Why rectangular Pandya / mid-J is harder than CHI_VI at λ=0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C5C5C"/>
                </a:solidFill>
                <a:latin typeface="Calibri"/>
              </a:rPr>
              <a:t>ethS TTS · Factorized continuous  ·  3/3  ·  Jul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214884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Scalar Factorized assumes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Pandya mats are square: one J_cc per block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SixJ fill + hermiticity shortcuts on (ibra,iket)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Inv uses -(2J'+1)·SixJ · me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Ladder: same-channel Omega chi on square GetMatrix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0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73152" cy="2148840"/>
          </a:xfrm>
          <a:prstGeom prst="rect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Calibri"/>
              </a:rPr>
              <a:t>What breaks at λ≠0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Omega-bar is rectangular: J × J' with |J-J'| ≤ 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Need NineJ Pandya (equal-J NineJ is wrong)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chi is rank-λ TwoBody — not a Gamma.TwoBody copy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C5C5C"/>
                </a:solidFill>
                <a:latin typeface="Calibri"/>
              </a:rPr>
              <a:t>• Ladder must sum mid-J multipoles Triangle(J,Jm,λ)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F5D50"/>
                </a:solidFill>
                <a:latin typeface="Calibri"/>
              </a:rPr>
              <a:t>Hard lessons (why Path A came first)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160520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74720"/>
                <a:gridCol w="4846320"/>
              </a:tblGrid>
              <a:tr h="3383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Trap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Scalar habit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Tensor fix</a:t>
                      </a:r>
                    </a:p>
                  </a:txBody>
                  <a:tcPr>
                    <a:solidFill>
                      <a:srgbClr val="2F5D5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chi_ex ≠ orbit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Flip bra/ket indices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Copy TTS (1-P) sectors; Gamma often on one leg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Half-integer phases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Split j across chi / ladder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One (sum j2)/2 baked into chi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Arma .t()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Chain (M.t())*N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Materialize T=M.t(); then T*N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Layouts / oracle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Stuff strips / force Fact=TTS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2×nKets end-to-end; dual flag</a:t>
                      </a:r>
                    </a:p>
                  </a:txBody>
                  <a:tcPr>
                    <a:solidFill>
                      <a:srgbClr val="EEEB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